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4.xml" Type="http://schemas.openxmlformats.org/officeDocument/2006/relationships/slide"/><Relationship Id="rId11" Target="slides/slide5.xml" Type="http://schemas.openxmlformats.org/officeDocument/2006/relationships/slide"/><Relationship Id="rId12" Target="slides/slide6.xml" Type="http://schemas.openxmlformats.org/officeDocument/2006/relationships/slide"/><Relationship Id="rId13" Target="slides/slide7.xml" Type="http://schemas.openxmlformats.org/officeDocument/2006/relationships/slide"/><Relationship Id="rId14" Target="slides/slide8.xml" Type="http://schemas.openxmlformats.org/officeDocument/2006/relationships/slide"/><Relationship Id="rId2" Target="printerSettings/printerSettings1.bin" Type="http://schemas.openxmlformats.org/officeDocument/2006/relationships/printerSettings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7" Target="slides/slide1.xml" Type="http://schemas.openxmlformats.org/officeDocument/2006/relationships/slide"/><Relationship Id="rId8" Target="slides/slide2.xml" Type="http://schemas.openxmlformats.org/officeDocument/2006/relationships/slide"/><Relationship Id="rId9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🔥 문제: 장애, 개발 지연, 높은 유지보수 비용</a:t>
            </a:r>
          </a:p>
          <a:p>
            <a:r>
              <a:t>⚙️ 제안: 점진적 MSA 전환으로 기술 민첩성 확보</a:t>
            </a:r>
          </a:p>
          <a:p>
            <a:r>
              <a:t>🚀 기대효과: 개발 속도 2배, 장애 80% 감소, TTM 30% 단축</a:t>
            </a:r>
          </a:p>
          <a:p>
            <a:r>
              <a:t>📝 요청: 파일럿 승인, 예산 1억, 전담 인력 3명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Burning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📉 최근 1년간 장애 12건, 평균 복구 3.5시간</a:t>
            </a:r>
          </a:p>
          <a:p>
            <a:r>
              <a:t>⏱ 기능 개발 평균 45일 → 시장 타이밍 손실</a:t>
            </a:r>
          </a:p>
          <a:p>
            <a:r>
              <a:t>⚠️ 신규 인력 온보딩 3개월 이상</a:t>
            </a:r>
          </a:p>
          <a:p>
            <a:r>
              <a:t>🔁 기술 부채 축적 구조 시각화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vs. After 비교:</a:t>
            </a:r>
          </a:p>
          <a:p>
            <a:r>
              <a:t>⏱ 개발속도: 45일 → 20일</a:t>
            </a:r>
          </a:p>
          <a:p>
            <a:r>
              <a:t>🛠 장애 복구: 수 시간 → 수 분</a:t>
            </a:r>
          </a:p>
          <a:p>
            <a:r>
              <a:t>💸 비용: 연 5억 → 3.5억</a:t>
            </a:r>
          </a:p>
          <a:p>
            <a:r>
              <a:t>🤝 협업: 낮음 → 도메인 중심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기술: Spring, API Gateway, Service Mesh</a:t>
            </a:r>
          </a:p>
          <a:p>
            <a:r>
              <a:t>조직: 도메인 기반 팀 운영, DevOps</a:t>
            </a:r>
          </a:p>
          <a:p>
            <a:r>
              <a:t>프로세스: CI/CD, 자동화 테스트, 주 단위 배포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1단계 (1~3개월): 준비 &amp; 파일럿 - 주문 시스템 선정</a:t>
            </a:r>
          </a:p>
          <a:p>
            <a:r>
              <a:t>2단계 (4~12개월): 핵심 도메인 확산, 기술 가이드 수립</a:t>
            </a:r>
          </a:p>
          <a:p>
            <a:r>
              <a:t>3단계 (12개월~): 전사 확대, 레거시 폐기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파일럿 비용: 약 9천만 원 (인력+인프라)</a:t>
            </a:r>
          </a:p>
          <a:p>
            <a:r>
              <a:t>⏱ 연 300시간 복구 시간 절감 = 약 1.2억 원 효과</a:t>
            </a:r>
          </a:p>
          <a:p>
            <a:r>
              <a:t>📉 TCO 절감 곡선, 📈 신규 매출 기회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⚠️ 기술: 통신 오류 → 메시/장애 전파 차단</a:t>
            </a:r>
          </a:p>
          <a:p>
            <a:r>
              <a:t>🧑‍🤝‍🧑 조직: 책임 불명확 → 도메인 정의, SLA 도입</a:t>
            </a:r>
          </a:p>
          <a:p>
            <a:r>
              <a:t>🧠 문화: 변화 저항 → Change Agent, 교육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요청사항: 파일럿 승인 (1억, 인력 3명)</a:t>
            </a:r>
          </a:p>
          <a:p>
            <a:r>
              <a:t>✅ 왜 지금인가?</a:t>
            </a:r>
          </a:p>
          <a:p>
            <a:r>
              <a:t>- ROI 명확</a:t>
            </a:r>
          </a:p>
          <a:p>
            <a:r>
              <a:t>- 경쟁사 대비 민첩성 확보</a:t>
            </a:r>
          </a:p>
          <a:p>
            <a:r>
              <a:t>- 인프라 노후화 대응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2013-01-27T09:14:16Z</dcterms:created>
  <dc:creator>cj:JmwFnF7uOWRoZfgDe86OxhTzdek=∥deadman55@cj.net;</dc:creator>
  <dc:description>generated using python-pptx</dc:description>
  <cp:lastModifiedBy>Steve Canny</cp:lastModifiedBy>
  <dcterms:modified xsi:type="dcterms:W3CDTF">2013-01-27T09:15:58Z</dcterms:modified>
  <cp:revision>1</cp:revision>
</cp:coreProperties>
</file>